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7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71826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28825"/>
            <a:ext cx="2066925" cy="28575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71826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652813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5050" y="4652813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9100" y="4652813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543175"/>
            <a:ext cx="1125140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VIBECRAFT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404145"/>
            <a:ext cx="6953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Hands-on vibe-coding hackathon with AI tools under real-time pressure.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95350" y="2085975"/>
            <a:ext cx="1895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NTT PRESENTS · YUVA '26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943225" y="2085975"/>
            <a:ext cx="2059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SRMIST TIRUCHIRAPPALLI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76325" y="4648051"/>
            <a:ext cx="1209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Teams of 2–4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552700" y="4648051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 September 2026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457700" y="4648051"/>
            <a:ext cx="1371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4th Floor Venue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2938462"/>
            <a:ext cx="3454449" cy="1981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68849" y="2938462"/>
            <a:ext cx="3454449" cy="1981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128099" y="2938462"/>
            <a:ext cx="3454449" cy="1981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527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325278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2424" y="32527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 CONCEPT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 Your Usual Hackathon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23925" y="3709987"/>
            <a:ext cx="37088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Fast-Paced Execution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3925" y="409098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Sharp time pressure forcing real prioritization calls.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83174" y="3709987"/>
            <a:ext cx="37088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AI-Assisted Building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83174" y="409098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 modern AI tools for accelerated development.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42424" y="3709987"/>
            <a:ext cx="37088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 Competency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42424" y="409098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skill and pressure management evaluated together.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609600" y="2976562"/>
            <a:ext cx="419100" cy="447675"/>
          </a:xfrm>
          <a:prstGeom prst="roundRect">
            <a:avLst>
              <a:gd fmla="val 1818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3662362"/>
            <a:ext cx="457200" cy="447675"/>
          </a:xfrm>
          <a:prstGeom prst="roundRect">
            <a:avLst>
              <a:gd fmla="val 1702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4348162"/>
            <a:ext cx="457200" cy="447675"/>
          </a:xfrm>
          <a:prstGeom prst="roundRect">
            <a:avLst>
              <a:gd fmla="val 1702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709" y="2290762"/>
            <a:ext cx="423669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GROUND RULES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Participation Guidelines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23900" y="3090862"/>
            <a:ext cx="285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23900" y="3776662"/>
            <a:ext cx="323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23900" y="4462462"/>
            <a:ext cx="323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81100" y="2976562"/>
            <a:ext cx="41755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Size Structure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81100" y="3252787"/>
            <a:ext cx="3976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2–4 members per team. No solo entries.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219200" y="3662362"/>
            <a:ext cx="62757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Bring Your Own Device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19200" y="3938587"/>
            <a:ext cx="5976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Laptops and software tools pre-configured before Round 1.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219200" y="4348162"/>
            <a:ext cx="51756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 On-Site Execution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219200" y="4624387"/>
            <a:ext cx="49291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offline participation on the 4th Floor venue.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609600" y="3095625"/>
            <a:ext cx="3505200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09600" y="3095625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343400" y="3095625"/>
            <a:ext cx="3505200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343400" y="3095625"/>
            <a:ext cx="3505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077200" y="3095625"/>
            <a:ext cx="3505200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077200" y="3095625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 FLOW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Sequential Stages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76300" y="3362325"/>
            <a:ext cx="306705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01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610100" y="3362325"/>
            <a:ext cx="306705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02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43900" y="3362325"/>
            <a:ext cx="306705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03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76300" y="3714750"/>
            <a:ext cx="39004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Round 1: Open Entry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76300" y="40576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registered teams compete simultaneously.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10100" y="3714750"/>
            <a:ext cx="39004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Round 2: Tech &amp; Data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610100" y="40576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integration and rapid prototyping.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43900" y="3714750"/>
            <a:ext cx="384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Round 3: Grand Finale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43900" y="40576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solution showcase and jury evaluation.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609600" y="3014662"/>
            <a:ext cx="5372100" cy="800100"/>
          </a:xfrm>
          <a:prstGeom prst="roundRect">
            <a:avLst>
              <a:gd fmla="val 1428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210300" y="3014662"/>
            <a:ext cx="5372100" cy="800100"/>
          </a:xfrm>
          <a:prstGeom prst="roundRect">
            <a:avLst>
              <a:gd fmla="val 1428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09600" y="4005262"/>
            <a:ext cx="5372100" cy="800100"/>
          </a:xfrm>
          <a:prstGeom prst="roundRect">
            <a:avLst>
              <a:gd fmla="val 1428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210300" y="4005262"/>
            <a:ext cx="5372100" cy="800100"/>
          </a:xfrm>
          <a:prstGeom prst="roundRect">
            <a:avLst>
              <a:gd fmla="val 1428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3004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33004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2910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900" y="42910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ASSESSMENT METRICS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Teams Are Judged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219200" y="3205162"/>
            <a:ext cx="37254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Relevance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219200" y="3443287"/>
            <a:ext cx="35480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alignment with problem statement.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877050" y="3205162"/>
            <a:ext cx="31628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 Feasibility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877050" y="3443287"/>
            <a:ext cx="3012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technical implementation.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90625" y="4195762"/>
            <a:ext cx="34379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Utilization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190625" y="4433887"/>
            <a:ext cx="3274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Effective integration of provided data.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819900" y="4195762"/>
            <a:ext cx="32254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UX &amp; Design Quality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819900" y="4433887"/>
            <a:ext cx="307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interface design and usability.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609600" y="2947987"/>
            <a:ext cx="5334000" cy="192405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248400" y="2947987"/>
            <a:ext cx="5334000" cy="192405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623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32623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BALANCED EVALUATION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Dual Competency Focus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14400" y="3252787"/>
            <a:ext cx="48196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coding &amp; system building.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53200" y="3252787"/>
            <a:ext cx="48196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Boosts team standing in next round.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23925" y="3681412"/>
            <a:ext cx="61757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Tasks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23925" y="4024312"/>
            <a:ext cx="5881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score weightage.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562725" y="3681412"/>
            <a:ext cx="5629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Non-Technical Tasks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562725" y="4024312"/>
            <a:ext cx="5629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Bonus edge modifier.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609600" y="2705100"/>
            <a:ext cx="5614689" cy="1381125"/>
          </a:xfrm>
          <a:prstGeom prst="roundRect">
            <a:avLst>
              <a:gd fmla="val 110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09600" y="4276725"/>
            <a:ext cx="2731144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493144" y="4276725"/>
            <a:ext cx="2731144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089" y="2386012"/>
            <a:ext cx="505331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REWARDS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Prizes &amp; Industry Backing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85825" y="2981325"/>
            <a:ext cx="63277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₹10,000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85825" y="3590925"/>
            <a:ext cx="63277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Prize Pool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09625" y="4476750"/>
            <a:ext cx="3059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Credits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09625" y="4733925"/>
            <a:ext cx="29138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 partner tool goodies.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693169" y="4476750"/>
            <a:ext cx="3059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Certificates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3693169" y="4733925"/>
            <a:ext cx="29138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Backed by startups &amp; partners.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609600" y="3205162"/>
            <a:ext cx="3505200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343400" y="3205162"/>
            <a:ext cx="3505200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8077200" y="3205162"/>
            <a:ext cx="3505200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4718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347186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34718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PLAY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Maximizing Team Efficiency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76300" y="385286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Pre-Assign Roles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76300" y="4167187"/>
            <a:ext cx="3714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Sort duties before clock starts.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610100" y="385286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Velocity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610100" y="4167187"/>
            <a:ext cx="3714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pause buttons for huddles.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43900" y="3852862"/>
            <a:ext cx="3848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Participation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343900" y="4167187"/>
            <a:ext cx="3714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Sitting out tasks penalizes score.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609600" y="2957512"/>
            <a:ext cx="5648325" cy="19050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7183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481262"/>
            <a:ext cx="50196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CREW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Neuro Tech Titans (NTT)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23925" y="3729037"/>
            <a:ext cx="65883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Naren Karthik R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23925" y="4033837"/>
            <a:ext cx="627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President · Neuro Tech Titans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23925" y="4348162"/>
            <a:ext cx="627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Driving VibeCraft Season 1 innovation vision.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609600" y="3224212"/>
            <a:ext cx="35052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343400" y="3224212"/>
            <a:ext cx="35052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8077200" y="3224212"/>
            <a:ext cx="35052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34909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1700" y="34909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400" y="3490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BACKING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Collaborating Organizations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11956" y="391001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SRMIST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04825" y="4186237"/>
            <a:ext cx="3714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Tiruchirappalli Campus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145756" y="391001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IIC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238625" y="4186237"/>
            <a:ext cx="3714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Institution's Innovation Council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879556" y="391001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YUVA '26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972425" y="4186237"/>
            <a:ext cx="3714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NTT Flagship Festival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609600" y="3433762"/>
            <a:ext cx="3454449" cy="9525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368849" y="3433762"/>
            <a:ext cx="3454449" cy="9525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8128099" y="3324225"/>
            <a:ext cx="3454449" cy="1171575"/>
          </a:xfrm>
          <a:prstGeom prst="roundRect">
            <a:avLst>
              <a:gd fmla="val 65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09600" y="3433762"/>
            <a:ext cx="38100" cy="952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368849" y="3433762"/>
            <a:ext cx="38100" cy="952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8128099" y="3324225"/>
            <a:ext cx="38100" cy="1171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609600" y="457200"/>
            <a:ext cx="11068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 DAY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Participant Logistics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76300" y="3662362"/>
            <a:ext cx="388388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Venue Location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76300" y="3938587"/>
            <a:ext cx="3698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4th Floor · SRMIST Tiruchirappalli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4635549" y="3662362"/>
            <a:ext cx="388388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 Date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4635549" y="3938587"/>
            <a:ext cx="3698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 September 2026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394799" y="3552825"/>
            <a:ext cx="3797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Prep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394799" y="3829050"/>
            <a:ext cx="30543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Devices fully charged &amp; software ready.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5338762" y="2281237"/>
            <a:ext cx="1514475" cy="28575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191000" y="4157662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4191000" y="4157662"/>
            <a:ext cx="3810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5282803" y="2338387"/>
            <a:ext cx="16263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READY TO BUILD?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2783085" y="2795587"/>
            <a:ext cx="6625828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Fast. Vibe Hard.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2964656" y="3576637"/>
            <a:ext cx="6262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VibeCraft Season 1 · NTT YUVA '26 · SRMIST Tiruchirappalli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612481" y="4395787"/>
            <a:ext cx="1452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#VibeCraft2026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987653" y="4395787"/>
            <a:ext cx="1607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#NeuroTechTitans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1038225"/>
            <a:ext cx="5369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https://template.canva.com/EAGn8qNzCUU/1/0/1131w-r2KZTibRuIE.jpg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1238250"/>
            <a:ext cx="2262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www.canva.com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666875" y="1809750"/>
            <a:ext cx="73937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https://www.gtweed.com/wp-content/uploads/2025/03/Innovation-Award-Blog-thumbnail.webp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1666875" y="2009775"/>
            <a:ext cx="2452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www.gtweed.com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2581275"/>
            <a:ext cx="10525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https://b2168432.assetcdn.net/2.0/2168432/wp-content/uploads/2025/06/Traditional-vs-New-Hackathons_Blog-Header-1.png?lossy=2&amp;strip=1&amp;webp=1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1666875" y="2781300"/>
            <a:ext cx="26550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www.yslingshot.com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